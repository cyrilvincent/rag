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5"/>
  </p:notesMasterIdLst>
  <p:handoutMasterIdLst>
    <p:handoutMasterId r:id="rId6"/>
  </p:handoutMasterIdLst>
  <p:sldIdLst>
    <p:sldId id="264" r:id="rId2"/>
    <p:sldId id="266" r:id="rId3"/>
    <p:sldId id="267" r:id="rId4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1810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  <p:pic>
        <p:nvPicPr>
          <p:cNvPr id="2" name="Image 1">
            <a:extLst>
              <a:ext uri="{FF2B5EF4-FFF2-40B4-BE49-F238E27FC236}">
                <a16:creationId xmlns:a16="http://schemas.microsoft.com/office/drawing/2014/main" id="{B3FE9463-2A63-4B24-F73F-99D42F07D2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5892" y="5630483"/>
            <a:ext cx="4050357" cy="69193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8AE7858-6156-07E3-FEA0-C4399620F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FEF0D1-1A58-DDF2-8773-91AAC044E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Historique 2022</a:t>
            </a:r>
          </a:p>
          <a:p>
            <a:r>
              <a:rPr lang="fr-FR" dirty="0"/>
              <a:t>Très complet</a:t>
            </a:r>
          </a:p>
          <a:p>
            <a:r>
              <a:rPr lang="fr-FR" dirty="0"/>
              <a:t>Facile d'utilisation</a:t>
            </a:r>
          </a:p>
          <a:p>
            <a:r>
              <a:rPr lang="fr-FR" dirty="0"/>
              <a:t>Permet d'automatiser un workflow RAG</a:t>
            </a:r>
          </a:p>
          <a:p>
            <a:pPr lvl="1"/>
            <a:r>
              <a:rPr lang="fr-FR" dirty="0"/>
              <a:t>Chainage</a:t>
            </a:r>
          </a:p>
          <a:p>
            <a:r>
              <a:rPr lang="fr-FR" dirty="0"/>
              <a:t>Compatible Cloud</a:t>
            </a:r>
          </a:p>
          <a:p>
            <a:r>
              <a:rPr lang="fr-FR" dirty="0"/>
              <a:t>Nécessite une clé en mode SaaS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0DA405E-CD0C-8C36-7A7E-086440C7E1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9792" y="277096"/>
            <a:ext cx="4050357" cy="691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3805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7E6F117-33A5-241E-8854-814C80BC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56EF03-696C-DC05-25A8-A1A7D6DD5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Commencer par le concept de surcouche de l'API des </a:t>
            </a:r>
            <a:r>
              <a:rPr lang="fr-FR" dirty="0" err="1"/>
              <a:t>LLMs</a:t>
            </a:r>
            <a:r>
              <a:rPr lang="fr-FR"/>
              <a:t> portable</a:t>
            </a:r>
          </a:p>
        </p:txBody>
      </p:sp>
    </p:spTree>
    <p:extLst>
      <p:ext uri="{BB962C8B-B14F-4D97-AF65-F5344CB8AC3E}">
        <p14:creationId xmlns:p14="http://schemas.microsoft.com/office/powerpoint/2010/main" val="2347489300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3645</TotalTime>
  <Words>35</Words>
  <Application>Microsoft Office PowerPoint</Application>
  <PresentationFormat>Affichage à l'écran (4:3)</PresentationFormat>
  <Paragraphs>10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Monotype Sorts</vt:lpstr>
      <vt:lpstr>Times New Roman</vt:lpstr>
      <vt:lpstr>cvc</vt:lpstr>
      <vt:lpstr>Présentation PowerPoint</vt:lpstr>
      <vt:lpstr>Présentation PowerPoint</vt:lpstr>
      <vt:lpstr>Présentation PowerPoint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282</cp:revision>
  <dcterms:created xsi:type="dcterms:W3CDTF">2000-04-10T19:33:12Z</dcterms:created>
  <dcterms:modified xsi:type="dcterms:W3CDTF">2025-10-15T20:21:21Z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