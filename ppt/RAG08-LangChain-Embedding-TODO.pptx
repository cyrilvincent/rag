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7"/>
  </p:notesMasterIdLst>
  <p:handoutMasterIdLst>
    <p:handoutMasterId r:id="rId8"/>
  </p:handoutMasterIdLst>
  <p:sldIdLst>
    <p:sldId id="264" r:id="rId2"/>
    <p:sldId id="267" r:id="rId3"/>
    <p:sldId id="282" r:id="rId4"/>
    <p:sldId id="268" r:id="rId5"/>
    <p:sldId id="283" r:id="rId6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4" autoAdjust="0"/>
    <p:restoredTop sz="94590" autoAdjust="0"/>
  </p:normalViewPr>
  <p:slideViewPr>
    <p:cSldViewPr>
      <p:cViewPr varScale="1">
        <p:scale>
          <a:sx n="70" d="100"/>
          <a:sy n="70" d="100"/>
        </p:scale>
        <p:origin x="931" y="2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-924" y="2430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/>
              <a:t>LLM</a:t>
            </a:r>
            <a:endParaRPr lang="fr-FR" dirty="0"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python.langchain.com/docs/integrations/document_loaders/" TargetMode="External"/><Relationship Id="rId2" Type="http://schemas.openxmlformats.org/officeDocument/2006/relationships/hyperlink" Target="https://python.langchain.com/docs/concepts/text_splitters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python.langchain.com/docs/integrations/retrievers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2107222" y="1120676"/>
            <a:ext cx="492955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3600" dirty="0"/>
              <a:t>Large </a:t>
            </a:r>
            <a:r>
              <a:rPr lang="fr-FR" sz="3600" dirty="0" err="1"/>
              <a:t>Language</a:t>
            </a:r>
            <a:r>
              <a:rPr lang="fr-FR" sz="3600" dirty="0"/>
              <a:t> Model</a:t>
            </a:r>
          </a:p>
          <a:p>
            <a:pPr algn="ctr"/>
            <a:r>
              <a:rPr lang="fr-FR" sz="3600" dirty="0"/>
              <a:t>RAG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352C0B44-A72F-4C23-DF0D-20BA9F6FF0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0056" y="2852936"/>
            <a:ext cx="3851920" cy="2463133"/>
          </a:xfrm>
          <a:prstGeom prst="rect">
            <a:avLst/>
          </a:prstGeom>
        </p:spPr>
      </p:pic>
      <p:pic>
        <p:nvPicPr>
          <p:cNvPr id="2" name="Image 1">
            <a:extLst>
              <a:ext uri="{FF2B5EF4-FFF2-40B4-BE49-F238E27FC236}">
                <a16:creationId xmlns:a16="http://schemas.microsoft.com/office/drawing/2014/main" id="{B3FE9463-2A63-4B24-F73F-99D42F07D2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5892" y="5630483"/>
            <a:ext cx="4050357" cy="69193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E6F117-33A5-241E-8854-814C80BC0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756EF03-696C-DC05-25A8-A1A7D6DD5F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Commencer par </a:t>
            </a:r>
            <a:r>
              <a:rPr lang="fr-FR" dirty="0" err="1"/>
              <a:t>textsplitter</a:t>
            </a:r>
            <a:endParaRPr lang="fr-FR" dirty="0"/>
          </a:p>
          <a:p>
            <a:r>
              <a:rPr lang="fr-FR" dirty="0">
                <a:hlinkClick r:id="rId2"/>
              </a:rPr>
              <a:t>https://python.langchain.com/docs/concepts/text_splitters/</a:t>
            </a:r>
            <a:endParaRPr lang="fr-FR" dirty="0"/>
          </a:p>
          <a:p>
            <a:r>
              <a:rPr lang="fr-FR" dirty="0"/>
              <a:t>Puis les loaders</a:t>
            </a:r>
          </a:p>
          <a:p>
            <a:r>
              <a:rPr lang="fr-FR" dirty="0">
                <a:hlinkClick r:id="rId3"/>
              </a:rPr>
              <a:t>https://python.langchain.com/docs/integrations/document_loaders/</a:t>
            </a:r>
            <a:endParaRPr lang="fr-FR" dirty="0"/>
          </a:p>
          <a:p>
            <a:r>
              <a:rPr lang="fr-FR" dirty="0"/>
              <a:t>Puis tuto1 RAG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474893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97E92FB-47BA-C38D-DF81-B119814D2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BEF8B5C-A34B-2CA2-16E0-54C4EB367B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https://python.langchain.com/docs/integrations/text_embedding/</a:t>
            </a:r>
          </a:p>
        </p:txBody>
      </p:sp>
    </p:spTree>
    <p:extLst>
      <p:ext uri="{BB962C8B-B14F-4D97-AF65-F5344CB8AC3E}">
        <p14:creationId xmlns:p14="http://schemas.microsoft.com/office/powerpoint/2010/main" val="35642347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980C3B9-4C27-3A96-3234-43F6E5A75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retrieval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1F4CDF4-1DC4-F775-E114-29638C7E6E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>
                <a:hlinkClick r:id="rId2"/>
              </a:rPr>
              <a:t>https://python.langchain.com/docs/integrations/retrievers/</a:t>
            </a:r>
            <a:endParaRPr lang="fr-FR"/>
          </a:p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980966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C43EA71-D982-49A8-4DCD-F43B1129F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4E24007-0DE2-5FF4-C36F-00F250C3FA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Chainage</a:t>
            </a:r>
          </a:p>
          <a:p>
            <a:r>
              <a:rPr lang="fr-FR" dirty="0"/>
              <a:t>QA</a:t>
            </a:r>
          </a:p>
          <a:p>
            <a:r>
              <a:rPr lang="fr-FR"/>
              <a:t>Graph</a:t>
            </a:r>
          </a:p>
        </p:txBody>
      </p:sp>
    </p:spTree>
    <p:extLst>
      <p:ext uri="{BB962C8B-B14F-4D97-AF65-F5344CB8AC3E}">
        <p14:creationId xmlns:p14="http://schemas.microsoft.com/office/powerpoint/2010/main" val="3441646262"/>
      </p:ext>
    </p:extLst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3712</TotalTime>
  <Words>79</Words>
  <Application>Microsoft Office PowerPoint</Application>
  <PresentationFormat>Affichage à l'écran (4:3)</PresentationFormat>
  <Paragraphs>13</Paragraphs>
  <Slides>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9" baseType="lpstr">
      <vt:lpstr>Arial</vt:lpstr>
      <vt:lpstr>Monotype Sorts</vt:lpstr>
      <vt:lpstr>Times New Roman</vt:lpstr>
      <vt:lpstr>cvc</vt:lpstr>
      <vt:lpstr>Présentation PowerPoint</vt:lpstr>
      <vt:lpstr>Présentation PowerPoint</vt:lpstr>
      <vt:lpstr>Présentation PowerPoint</vt:lpstr>
      <vt:lpstr>retrieval</vt:lpstr>
      <vt:lpstr>Présentation PowerPoint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Cyril Vincent</cp:lastModifiedBy>
  <cp:revision>288</cp:revision>
  <dcterms:created xsi:type="dcterms:W3CDTF">2000-04-10T19:33:12Z</dcterms:created>
  <dcterms:modified xsi:type="dcterms:W3CDTF">2025-10-16T23:35:57Z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