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6"/>
  </p:notesMasterIdLst>
  <p:handoutMasterIdLst>
    <p:handoutMasterId r:id="rId7"/>
  </p:handoutMasterIdLst>
  <p:sldIdLst>
    <p:sldId id="264" r:id="rId2"/>
    <p:sldId id="267" r:id="rId3"/>
    <p:sldId id="282" r:id="rId4"/>
    <p:sldId id="268" r:id="rId5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.langchain.com/docs/integrations/document_loaders/" TargetMode="External"/><Relationship Id="rId2" Type="http://schemas.openxmlformats.org/officeDocument/2006/relationships/hyperlink" Target="https://python.langchain.com/docs/concepts/text_splitter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.langchain.com/docs/integrations/retriever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B3FE9463-2A63-4B24-F73F-99D42F07D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892" y="5630483"/>
            <a:ext cx="4050357" cy="6919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E6F117-33A5-241E-8854-814C80BC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56EF03-696C-DC05-25A8-A1A7D6DD5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Commencer par </a:t>
            </a:r>
            <a:r>
              <a:rPr lang="fr-FR" dirty="0" err="1"/>
              <a:t>textsplitter</a:t>
            </a:r>
            <a:endParaRPr lang="fr-FR" dirty="0"/>
          </a:p>
          <a:p>
            <a:r>
              <a:rPr lang="fr-FR" dirty="0">
                <a:hlinkClick r:id="rId2"/>
              </a:rPr>
              <a:t>https://python.langchain.com/docs/concepts/text_splitters/</a:t>
            </a:r>
            <a:endParaRPr lang="fr-FR" dirty="0"/>
          </a:p>
          <a:p>
            <a:r>
              <a:rPr lang="fr-FR" dirty="0"/>
              <a:t>Puis les loaders</a:t>
            </a:r>
          </a:p>
          <a:p>
            <a:r>
              <a:rPr lang="fr-FR" dirty="0">
                <a:hlinkClick r:id="rId3"/>
              </a:rPr>
              <a:t>https://python.langchain.com/docs/integrations/document_loaders/</a:t>
            </a:r>
            <a:endParaRPr lang="fr-FR" dirty="0"/>
          </a:p>
          <a:p>
            <a:r>
              <a:rPr lang="fr-FR" dirty="0"/>
              <a:t>Puis tuto1 RAG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47489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E92FB-47BA-C38D-DF81-B119814D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EF8B5C-A34B-2CA2-16E0-54C4EB367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https://python.langchain.com/docs/integrations/text_embedding/</a:t>
            </a:r>
          </a:p>
        </p:txBody>
      </p:sp>
    </p:spTree>
    <p:extLst>
      <p:ext uri="{BB962C8B-B14F-4D97-AF65-F5344CB8AC3E}">
        <p14:creationId xmlns:p14="http://schemas.microsoft.com/office/powerpoint/2010/main" val="3564234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80C3B9-4C27-3A96-3234-43F6E5A75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F4CDF4-1DC4-F775-E114-29638C7E6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>
                <a:hlinkClick r:id="rId2"/>
              </a:rPr>
              <a:t>https://python.langchain.com/docs/integrations/retrievers/</a:t>
            </a:r>
            <a:endParaRPr lang="fr-FR"/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09665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3712</TotalTime>
  <Words>76</Words>
  <Application>Microsoft Office PowerPoint</Application>
  <PresentationFormat>Affichage à l'écran (4:3)</PresentationFormat>
  <Paragraphs>10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Présentation PowerPoint</vt:lpstr>
      <vt:lpstr>retrieval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287</cp:revision>
  <dcterms:created xsi:type="dcterms:W3CDTF">2000-04-10T19:33:12Z</dcterms:created>
  <dcterms:modified xsi:type="dcterms:W3CDTF">2025-10-16T18:53:33Z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