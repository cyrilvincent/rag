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Agent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7EDF9-D96D-2EBB-9A49-42B373DE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C4E51-7799-E624-CEFD-B1660B8B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tout</a:t>
            </a:r>
          </a:p>
          <a:p>
            <a:r>
              <a:rPr lang="fr-FR"/>
              <a:t>https://python.langchain.com/docs/concepts/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458318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3605</TotalTime>
  <Words>20</Words>
  <Application>Microsoft Office PowerPoint</Application>
  <PresentationFormat>Affichage à l'écran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Monotype Sorts</vt:lpstr>
      <vt:lpstr>Times New Roman</vt:lpstr>
      <vt:lpstr>cvc</vt:lpstr>
      <vt:lpstr>Présentation PowerPoint</vt:lpstr>
      <vt:lpstr>Avancé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278</cp:revision>
  <dcterms:created xsi:type="dcterms:W3CDTF">2000-04-10T19:33:12Z</dcterms:created>
  <dcterms:modified xsi:type="dcterms:W3CDTF">2025-10-16T17:49:14Z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