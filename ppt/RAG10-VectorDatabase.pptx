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"/>
  </p:notesMasterIdLst>
  <p:handoutMasterIdLst>
    <p:handoutMasterId r:id="rId10"/>
  </p:handoutMasterIdLst>
  <p:sldIdLst>
    <p:sldId id="264" r:id="rId2"/>
    <p:sldId id="281" r:id="rId3"/>
    <p:sldId id="272" r:id="rId4"/>
    <p:sldId id="280" r:id="rId5"/>
    <p:sldId id="283" r:id="rId6"/>
    <p:sldId id="284" r:id="rId7"/>
    <p:sldId id="279" r:id="rId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Vector</a:t>
            </a:r>
            <a:r>
              <a:rPr lang="fr-FR" altLang="fr-FR" dirty="0"/>
              <a:t> Stores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F9358-9233-63A5-1EAF-2E9719B9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288538-FDEB-4D69-FF8C-1265DE213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https://python.langchain.com/docs/integrations/vectorstores/</a:t>
            </a:r>
          </a:p>
        </p:txBody>
      </p:sp>
    </p:spTree>
    <p:extLst>
      <p:ext uri="{BB962C8B-B14F-4D97-AF65-F5344CB8AC3E}">
        <p14:creationId xmlns:p14="http://schemas.microsoft.com/office/powerpoint/2010/main" val="1071042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9C825A-C5F2-B5CC-2204-495E8FE9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Solidification du </a:t>
            </a:r>
            <a:r>
              <a:rPr lang="fr-FR" dirty="0" err="1"/>
              <a:t>VectorStore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9F4C30-B2D6-AA07-B2A4-61CC3911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392488" cy="5040560"/>
          </a:xfrm>
        </p:spPr>
        <p:txBody>
          <a:bodyPr/>
          <a:lstStyle/>
          <a:p>
            <a:r>
              <a:rPr lang="fr-FR" dirty="0"/>
              <a:t>Par défaut le </a:t>
            </a:r>
            <a:r>
              <a:rPr lang="fr-FR" dirty="0" err="1"/>
              <a:t>VectorStore</a:t>
            </a:r>
            <a:r>
              <a:rPr lang="fr-FR" dirty="0"/>
              <a:t> est en RAM</a:t>
            </a:r>
          </a:p>
          <a:p>
            <a:pPr lvl="1"/>
            <a:r>
              <a:rPr lang="fr-FR" dirty="0"/>
              <a:t>Perte à chaque redémarrage</a:t>
            </a:r>
          </a:p>
          <a:p>
            <a:r>
              <a:rPr lang="fr-FR" dirty="0"/>
              <a:t>Il existe une grande quantité de fournisseur de base de données vectorielles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7F762C-ED8D-BF8F-971B-964504E36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19889"/>
            <a:ext cx="4586199" cy="555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3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EE49E-05ED-4DF6-A7FA-B90623C4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PineCone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38827-88AA-BF92-4E26-8756D909F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vectorielle</a:t>
            </a:r>
          </a:p>
          <a:p>
            <a:r>
              <a:rPr lang="fr-FR" dirty="0"/>
              <a:t>SaaS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95FABB-4EBA-9A4A-B938-A8286573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916832"/>
            <a:ext cx="4277322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2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0AB7B-B7C7-1506-5AA8-49BACC4B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7F050F-6391-1DA6-AC41-89A97A778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Facebook</a:t>
            </a:r>
          </a:p>
          <a:p>
            <a:r>
              <a:rPr lang="fr-FR" dirty="0"/>
              <a:t>Existe un mode CPU</a:t>
            </a:r>
          </a:p>
          <a:p>
            <a:pPr lvl="1"/>
            <a:r>
              <a:rPr lang="fr-FR" dirty="0"/>
              <a:t>FAISS-</a:t>
            </a:r>
            <a:r>
              <a:rPr lang="fr-FR" dirty="0" err="1"/>
              <a:t>cpu</a:t>
            </a:r>
            <a:endParaRPr lang="fr-FR" dirty="0"/>
          </a:p>
          <a:p>
            <a:r>
              <a:rPr lang="fr-FR" dirty="0"/>
              <a:t>Existe en mode GPU</a:t>
            </a:r>
          </a:p>
          <a:p>
            <a:pPr lvl="1"/>
            <a:r>
              <a:rPr lang="fr-FR" dirty="0"/>
              <a:t>Très rapide</a:t>
            </a:r>
          </a:p>
          <a:p>
            <a:pPr lvl="1"/>
            <a:r>
              <a:rPr lang="fr-FR" dirty="0"/>
              <a:t>Nécessite CUDA</a:t>
            </a:r>
          </a:p>
          <a:p>
            <a:pPr lvl="1"/>
            <a:r>
              <a:rPr lang="fr-FR" dirty="0"/>
              <a:t>FAISS-</a:t>
            </a:r>
            <a:r>
              <a:rPr lang="fr-FR" dirty="0" err="1"/>
              <a:t>gpu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306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41F0B-B001-5224-2C93-4B47EC3C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4B2C39-7A72-77B9-D2D4-E58A7BC7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6935D6-08C4-4EC3-C336-FE75A877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348880"/>
            <a:ext cx="7380333" cy="260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21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C8610-6FA3-BFCE-68CB-4FC669C8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PgVector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B9021A-9850-3DEB-85D1-7E65097F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de vectorielle</a:t>
            </a:r>
          </a:p>
          <a:p>
            <a:r>
              <a:rPr lang="fr-FR" dirty="0"/>
              <a:t>Nécessaire au-delà de 10M </a:t>
            </a:r>
            <a:r>
              <a:rPr lang="fr-FR" dirty="0" err="1"/>
              <a:t>Chunks</a:t>
            </a:r>
            <a:endParaRPr lang="fr-FR" dirty="0"/>
          </a:p>
          <a:p>
            <a:r>
              <a:rPr lang="fr-FR" dirty="0"/>
              <a:t>Stockage fiable++</a:t>
            </a:r>
          </a:p>
          <a:p>
            <a:r>
              <a:rPr lang="fr-FR" dirty="0"/>
              <a:t>Rapide</a:t>
            </a:r>
          </a:p>
          <a:p>
            <a:r>
              <a:rPr lang="fr-FR" dirty="0"/>
              <a:t>Compatible SQL</a:t>
            </a:r>
          </a:p>
          <a:p>
            <a:pPr lvl="1"/>
            <a:r>
              <a:rPr lang="en-US" sz="2000" dirty="0"/>
              <a:t>SELECT * FROM items ORDER BY embedding &lt;=&gt; '[3,1,2]'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A1D96C-5E17-E21C-FFE5-EC07B1F1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258" y="4910946"/>
            <a:ext cx="388674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330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3718</TotalTime>
  <Words>97</Words>
  <Application>Microsoft Office PowerPoint</Application>
  <PresentationFormat>Affichage à l'écran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Solidification du VectorStore</vt:lpstr>
      <vt:lpstr>PineCone</vt:lpstr>
      <vt:lpstr>FAISS</vt:lpstr>
      <vt:lpstr>FAISS</vt:lpstr>
      <vt:lpstr>PgVector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282</cp:revision>
  <dcterms:created xsi:type="dcterms:W3CDTF">2000-04-10T19:33:12Z</dcterms:created>
  <dcterms:modified xsi:type="dcterms:W3CDTF">2025-10-19T15:12:56Z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