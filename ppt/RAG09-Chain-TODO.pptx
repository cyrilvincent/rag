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4"/>
  </p:notesMasterIdLst>
  <p:handoutMasterIdLst>
    <p:handoutMasterId r:id="rId5"/>
  </p:handoutMasterIdLst>
  <p:sldIdLst>
    <p:sldId id="264" r:id="rId2"/>
    <p:sldId id="283" r:id="rId3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1810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/>
              <a:t>LLM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/>
          <p:cNvSpPr txBox="1"/>
          <p:nvPr/>
        </p:nvSpPr>
        <p:spPr>
          <a:xfrm>
            <a:off x="2107222" y="1120676"/>
            <a:ext cx="49295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Large </a:t>
            </a:r>
            <a:r>
              <a:rPr lang="fr-FR" sz="3600" dirty="0" err="1"/>
              <a:t>Language</a:t>
            </a:r>
            <a:r>
              <a:rPr lang="fr-FR" sz="3600" dirty="0"/>
              <a:t> Model</a:t>
            </a:r>
          </a:p>
          <a:p>
            <a:pPr algn="ctr"/>
            <a:r>
              <a:rPr lang="fr-FR" sz="3600" dirty="0"/>
              <a:t>RAG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52C0B44-A72F-4C23-DF0D-20BA9F6F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056" y="2852936"/>
            <a:ext cx="3851920" cy="2463133"/>
          </a:xfrm>
          <a:prstGeom prst="rect">
            <a:avLst/>
          </a:prstGeom>
        </p:spPr>
      </p:pic>
      <p:sp>
        <p:nvSpPr>
          <p:cNvPr id="5" name="Rectangle 5">
            <a:extLst>
              <a:ext uri="{FF2B5EF4-FFF2-40B4-BE49-F238E27FC236}">
                <a16:creationId xmlns:a16="http://schemas.microsoft.com/office/drawing/2014/main" id="{81180E41-3EFA-961C-CDAE-9765A33E88C2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259632" y="5661248"/>
            <a:ext cx="6400800" cy="551554"/>
          </a:xfrm>
        </p:spPr>
        <p:txBody>
          <a:bodyPr/>
          <a:lstStyle/>
          <a:p>
            <a:pPr eaLnBrk="1" hangingPunct="1"/>
            <a:r>
              <a:rPr lang="fr-FR" altLang="fr-FR" dirty="0"/>
              <a:t>Chaînage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43EA71-D982-49A8-4DCD-F43B1129F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4E24007-0DE2-5FF4-C36F-00F250C3FA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/>
              <a:t>Graph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41646262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3712</TotalTime>
  <Words>6</Words>
  <Application>Microsoft Office PowerPoint</Application>
  <PresentationFormat>Affichage à l'écran (4:3)</PresentationFormat>
  <Paragraphs>4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Arial</vt:lpstr>
      <vt:lpstr>Monotype Sorts</vt:lpstr>
      <vt:lpstr>Times New Roman</vt:lpstr>
      <vt:lpstr>cvc</vt:lpstr>
      <vt:lpstr>Présentation PowerPoint</vt:lpstr>
      <vt:lpstr>Présentation PowerPoint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289</cp:revision>
  <dcterms:created xsi:type="dcterms:W3CDTF">2000-04-10T19:33:12Z</dcterms:created>
  <dcterms:modified xsi:type="dcterms:W3CDTF">2025-10-17T07:16:59Z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