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"/>
  </p:notesMasterIdLst>
  <p:handoutMasterIdLst>
    <p:handoutMasterId r:id="rId6"/>
  </p:handoutMasterIdLst>
  <p:sldIdLst>
    <p:sldId id="264" r:id="rId2"/>
    <p:sldId id="284" r:id="rId3"/>
    <p:sldId id="283" r:id="rId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81180E41-3EFA-961C-CDAE-9765A33E88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59632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Chaînage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43EA71-D982-49A8-4DCD-F43B1129F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E24007-0DE2-5FF4-C36F-00F250C3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Chainage</a:t>
            </a:r>
          </a:p>
          <a:p>
            <a:r>
              <a:rPr lang="fr-FR" dirty="0"/>
              <a:t>QA</a:t>
            </a:r>
          </a:p>
          <a:p>
            <a:r>
              <a:rPr lang="fr-FR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3316412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43EA71-D982-49A8-4DCD-F43B1129F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E24007-0DE2-5FF4-C36F-00F250C3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Graph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164626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3712</TotalTime>
  <Words>9</Words>
  <Application>Microsoft Office PowerPoint</Application>
  <PresentationFormat>Affichage à l'écran 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Présentation PowerPoint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290</cp:revision>
  <dcterms:created xsi:type="dcterms:W3CDTF">2000-04-10T19:33:12Z</dcterms:created>
  <dcterms:modified xsi:type="dcterms:W3CDTF">2025-10-17T16:38:19Z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