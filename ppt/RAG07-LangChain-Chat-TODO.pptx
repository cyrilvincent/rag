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"/>
  </p:notesMasterIdLst>
  <p:handoutMasterIdLst>
    <p:handoutMasterId r:id="rId8"/>
  </p:handoutMasterIdLst>
  <p:sldIdLst>
    <p:sldId id="264" r:id="rId2"/>
    <p:sldId id="266" r:id="rId3"/>
    <p:sldId id="267" r:id="rId4"/>
    <p:sldId id="268" r:id="rId5"/>
    <p:sldId id="269" r:id="rId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3FE9463-2A63-4B24-F73F-99D42F07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892" y="5630483"/>
            <a:ext cx="4050357" cy="691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E7858-6156-07E3-FEA0-C4399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EF0D1-1A58-DDF2-8773-91AAC044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Historique 2022</a:t>
            </a:r>
          </a:p>
          <a:p>
            <a:r>
              <a:rPr lang="fr-FR" dirty="0"/>
              <a:t>Très complet</a:t>
            </a:r>
          </a:p>
          <a:p>
            <a:r>
              <a:rPr lang="fr-FR" dirty="0"/>
              <a:t>Facile d'utilisation</a:t>
            </a:r>
          </a:p>
          <a:p>
            <a:r>
              <a:rPr lang="fr-FR" dirty="0"/>
              <a:t>Permet d'automatiser un workflow RAG</a:t>
            </a:r>
          </a:p>
          <a:p>
            <a:pPr lvl="1"/>
            <a:r>
              <a:rPr lang="fr-FR" dirty="0"/>
              <a:t>Chainage</a:t>
            </a:r>
          </a:p>
          <a:p>
            <a:r>
              <a:rPr lang="fr-FR" dirty="0"/>
              <a:t>Compatible Cloud</a:t>
            </a:r>
          </a:p>
          <a:p>
            <a:r>
              <a:rPr lang="fr-FR" dirty="0"/>
              <a:t>Nécessite une clé en mode SaaS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DA405E-CD0C-8C36-7A7E-086440C7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6F117-33A5-241E-8854-814C80BC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6EF03-696C-DC05-25A8-A1A7D6DD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LangChain</a:t>
            </a:r>
            <a:r>
              <a:rPr lang="fr-FR" dirty="0"/>
              <a:t> est d'abord une API portable d'accès aux LLM</a:t>
            </a:r>
          </a:p>
          <a:p>
            <a:pPr lvl="1"/>
            <a:r>
              <a:rPr lang="fr-FR" dirty="0" err="1"/>
              <a:t>Refactoring</a:t>
            </a:r>
            <a:r>
              <a:rPr lang="fr-FR" dirty="0"/>
              <a:t> complet en 0.3</a:t>
            </a:r>
          </a:p>
          <a:p>
            <a:r>
              <a:rPr lang="fr-FR" dirty="0" err="1"/>
              <a:t>Langchain_core</a:t>
            </a:r>
            <a:endParaRPr lang="fr-FR" dirty="0"/>
          </a:p>
          <a:p>
            <a:pPr lvl="1"/>
            <a:r>
              <a:rPr lang="fr-FR" dirty="0"/>
              <a:t>Ce qui est commun à tous les LLM</a:t>
            </a:r>
          </a:p>
          <a:p>
            <a:r>
              <a:rPr lang="fr-FR" dirty="0" err="1"/>
              <a:t>Langchain_openai</a:t>
            </a:r>
            <a:endParaRPr lang="fr-FR" dirty="0"/>
          </a:p>
          <a:p>
            <a:pPr lvl="1"/>
            <a:r>
              <a:rPr lang="fr-FR" dirty="0" err="1"/>
              <a:t>OpenAI</a:t>
            </a:r>
            <a:r>
              <a:rPr lang="fr-FR" dirty="0"/>
              <a:t> LLM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</a:t>
            </a:r>
            <a:r>
              <a:rPr lang="fr-FR" dirty="0"/>
              <a:t> </a:t>
            </a:r>
            <a:r>
              <a:rPr lang="fr-FR" dirty="0" err="1"/>
              <a:t>langchain-community</a:t>
            </a:r>
            <a:r>
              <a:rPr lang="fr-FR" dirty="0"/>
              <a:t> </a:t>
            </a:r>
            <a:r>
              <a:rPr lang="fr-FR" dirty="0" err="1"/>
              <a:t>langchain-openai</a:t>
            </a:r>
            <a:endParaRPr lang="fr-FR" dirty="0"/>
          </a:p>
          <a:p>
            <a:r>
              <a:rPr lang="fr-FR" dirty="0" err="1"/>
              <a:t>Langchain_mistral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lanchain-mistralai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00B58A-9A87-2F6B-D103-D5EF264C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8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4BC0-ECF6-DA7A-1B7C-2D6614C5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22689B-360D-1E9E-EE3E-F36245D1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D6121-E4A4-8FCE-808B-C02BCB6E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Langchain_google_genai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</a:t>
            </a:r>
            <a:r>
              <a:rPr lang="fr-FR" dirty="0"/>
              <a:t>[google-</a:t>
            </a:r>
            <a:r>
              <a:rPr lang="fr-FR" dirty="0" err="1"/>
              <a:t>genai</a:t>
            </a:r>
            <a:r>
              <a:rPr lang="fr-FR" dirty="0"/>
              <a:t>]</a:t>
            </a:r>
          </a:p>
          <a:p>
            <a:r>
              <a:rPr lang="fr-FR" dirty="0" err="1"/>
              <a:t>Langchain_deepseek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langchain-deepseek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1DEC9A-785F-1721-5643-1E2CC9BA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4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335FD-96A7-E23B-76F2-F030A766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A90892-9923-01CE-FE53-43A91CE6C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Instantiation</a:t>
            </a:r>
            <a:r>
              <a:rPr lang="fr-FR" dirty="0"/>
              <a:t> du LLM</a:t>
            </a:r>
          </a:p>
          <a:p>
            <a:pPr lvl="1"/>
            <a:r>
              <a:rPr lang="fr-FR" dirty="0" err="1"/>
              <a:t>ChatMistralAI</a:t>
            </a:r>
            <a:r>
              <a:rPr lang="fr-FR" dirty="0"/>
              <a:t> ou </a:t>
            </a:r>
            <a:r>
              <a:rPr lang="fr-FR" dirty="0" err="1"/>
              <a:t>ChatOpenAI</a:t>
            </a:r>
            <a:r>
              <a:rPr lang="fr-FR" dirty="0"/>
              <a:t> en passante le nom du modèle en paramètre</a:t>
            </a:r>
          </a:p>
          <a:p>
            <a:pPr lvl="1"/>
            <a:r>
              <a:rPr lang="fr-FR" dirty="0"/>
              <a:t>La température indique le degré d'hallucination</a:t>
            </a:r>
          </a:p>
          <a:p>
            <a:pPr lvl="1"/>
            <a:r>
              <a:rPr lang="en-US" dirty="0"/>
              <a:t>chat = </a:t>
            </a:r>
            <a:r>
              <a:rPr lang="en-US" dirty="0" err="1"/>
              <a:t>ChatOpenAI</a:t>
            </a:r>
            <a:r>
              <a:rPr lang="en-US" dirty="0"/>
              <a:t>(</a:t>
            </a:r>
            <a:r>
              <a:rPr lang="en-US" dirty="0" err="1"/>
              <a:t>model_name</a:t>
            </a:r>
            <a:r>
              <a:rPr lang="en-US" dirty="0"/>
              <a:t>="gpt-4", temperature=0.7)</a:t>
            </a:r>
            <a:endParaRPr lang="fr-FR" dirty="0"/>
          </a:p>
          <a:p>
            <a:r>
              <a:rPr lang="fr-FR" dirty="0"/>
              <a:t>Message</a:t>
            </a:r>
          </a:p>
          <a:p>
            <a:pPr lvl="1"/>
            <a:r>
              <a:rPr lang="fr-FR" dirty="0"/>
              <a:t>message = </a:t>
            </a:r>
            <a:r>
              <a:rPr lang="fr-FR" dirty="0" err="1"/>
              <a:t>HumanMessage</a:t>
            </a:r>
            <a:r>
              <a:rPr lang="fr-FR" dirty="0"/>
              <a:t>(content="Mon message</a:t>
            </a:r>
            <a:r>
              <a:rPr lang="fr-FR"/>
              <a:t>")    </a:t>
            </a:r>
          </a:p>
          <a:p>
            <a:pPr lvl="1"/>
            <a:r>
              <a:rPr lang="fr-FR"/>
              <a:t>response</a:t>
            </a:r>
            <a:r>
              <a:rPr lang="fr-FR" dirty="0"/>
              <a:t> = </a:t>
            </a:r>
            <a:r>
              <a:rPr lang="fr-FR" dirty="0" err="1"/>
              <a:t>chat.invoke</a:t>
            </a:r>
            <a:r>
              <a:rPr lang="fr-FR" dirty="0"/>
              <a:t>([message])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231784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3664</TotalTime>
  <Words>134</Words>
  <Application>Microsoft Office PowerPoint</Application>
  <PresentationFormat>Affichage à l'écran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Présentation PowerPoint</vt:lpstr>
      <vt:lpstr>Programmation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285</cp:revision>
  <dcterms:created xsi:type="dcterms:W3CDTF">2000-04-10T19:33:12Z</dcterms:created>
  <dcterms:modified xsi:type="dcterms:W3CDTF">2025-10-16T12:36:03Z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